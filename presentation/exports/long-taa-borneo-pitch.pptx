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E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0624" y="6501384"/>
            <a:ext cx="11338560" cy="10973"/>
          </a:xfrm>
          <a:prstGeom prst="rect">
            <a:avLst/>
          </a:prstGeom>
          <a:solidFill>
            <a:srgbClr val="D2C9B8"/>
          </a:solidFill>
          <a:ln w="12700">
            <a:solidFill>
              <a:srgbClr val="D2C9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6565392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TAA BORNEO ECO STAY</a:t>
            </a:r>
            <a:endParaRPr lang="en-US" sz="580" dirty="0"/>
          </a:p>
        </p:txBody>
      </p:sp>
      <p:sp>
        <p:nvSpPr>
          <p:cNvPr id="4" name="Text 2"/>
          <p:cNvSpPr/>
          <p:nvPr/>
        </p:nvSpPr>
        <p:spPr>
          <a:xfrm>
            <a:off x="8321040" y="6565392"/>
            <a:ext cx="3429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BUSINESS DESIGN HACKATHON 2026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E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space/Github/longtaaborneo/docs/assets/long-taa-borneo-eco-stay/im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11B">
              <a:alpha val="66000"/>
            </a:srgbClr>
          </a:solidFill>
          <a:ln w="12700">
            <a:solidFill>
              <a:srgbClr val="0C211B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4434840"/>
            <a:ext cx="12191695" cy="2423160"/>
          </a:xfrm>
          <a:prstGeom prst="rect">
            <a:avLst/>
          </a:prstGeom>
          <a:solidFill>
            <a:srgbClr val="0C211B">
              <a:alpha val="92000"/>
            </a:srgbClr>
          </a:solidFill>
          <a:ln w="12700">
            <a:solidFill>
              <a:srgbClr val="0C211B">
                <a:alpha val="0"/>
              </a:srgbClr>
            </a:solidFill>
            <a:prstDash val="solid"/>
          </a:ln>
        </p:spPr>
      </p:sp>
      <p:pic>
        <p:nvPicPr>
          <p:cNvPr id="5" name="Image 1" descr="/home/workspace/Github/longtaaborneo/docs/assets/logo/image-01.png">    </p:cNvPr>
          <p:cNvPicPr>
            <a:picLocks noChangeAspect="1"/>
          </p:cNvPicPr>
          <p:nvPr/>
        </p:nvPicPr>
        <p:blipFill>
          <a:blip r:embed="rId2">
            <a:alphaModFix amt="96000"/>
          </a:blip>
          <a:stretch>
            <a:fillRect/>
          </a:stretch>
        </p:blipFill>
        <p:spPr>
          <a:xfrm>
            <a:off x="502920" y="420624"/>
            <a:ext cx="621792" cy="9326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16736" y="65836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TAA BORNEO ECO STAY</a:t>
            </a:r>
            <a:endParaRPr lang="en-US" sz="720" dirty="0"/>
          </a:p>
        </p:txBody>
      </p:sp>
      <p:sp>
        <p:nvSpPr>
          <p:cNvPr id="7" name="Text 3"/>
          <p:cNvSpPr/>
          <p:nvPr/>
        </p:nvSpPr>
        <p:spPr>
          <a:xfrm>
            <a:off x="548640" y="201168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hours from Miri.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world away from the ordinary.</a:t>
            </a:r>
            <a:endParaRPr lang="en-US" sz="3300" dirty="0"/>
          </a:p>
        </p:txBody>
      </p:sp>
      <p:sp>
        <p:nvSpPr>
          <p:cNvPr id="8" name="Text 4"/>
          <p:cNvSpPr/>
          <p:nvPr/>
        </p:nvSpPr>
        <p:spPr>
          <a:xfrm>
            <a:off x="566928" y="3968496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9E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mobile-first digital journey for a living Sebup village, not a luxury resort.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66928" y="5760720"/>
            <a:ext cx="5029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3-MINUTE PITCH  |  AI BUSINESS DESIGN HACKATHON 2026</a:t>
            </a:r>
            <a:endParaRPr lang="en-US" sz="720" dirty="0"/>
          </a:p>
        </p:txBody>
      </p:sp>
      <p:sp>
        <p:nvSpPr>
          <p:cNvPr id="10" name="Text 6"/>
          <p:cNvSpPr/>
          <p:nvPr/>
        </p:nvSpPr>
        <p:spPr>
          <a:xfrm>
            <a:off x="7772400" y="5687568"/>
            <a:ext cx="3858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Escape the city. Experience the real Borneo.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BENEFICIARY CHALLENGE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49808"/>
            <a:ext cx="6766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powerful experience should not require detective work.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Taa has a distinctive community-led offer. But for a traveller planning from Miri, essential answers were fragmented across brochures and social channels.</a:t>
            </a:r>
            <a:endParaRPr lang="en-US" sz="1320" dirty="0"/>
          </a:p>
        </p:txBody>
      </p:sp>
      <p:sp>
        <p:nvSpPr>
          <p:cNvPr id="5" name="Shape 3"/>
          <p:cNvSpPr/>
          <p:nvPr/>
        </p:nvSpPr>
        <p:spPr>
          <a:xfrm>
            <a:off x="502920" y="3383280"/>
            <a:ext cx="182880" cy="0"/>
          </a:xfrm>
          <a:prstGeom prst="line">
            <a:avLst/>
          </a:prstGeom>
          <a:noFill/>
          <a:ln w="25400">
            <a:solidFill>
              <a:srgbClr val="C889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3273552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Long Taa?</a:t>
            </a:r>
            <a:endParaRPr lang="en-US" sz="1040" dirty="0"/>
          </a:p>
        </p:txBody>
      </p:sp>
      <p:sp>
        <p:nvSpPr>
          <p:cNvPr id="7" name="Text 5"/>
          <p:cNvSpPr/>
          <p:nvPr/>
        </p:nvSpPr>
        <p:spPr>
          <a:xfrm>
            <a:off x="3154680" y="327355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living Sebup village, not a resort.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502920" y="3995928"/>
            <a:ext cx="182880" cy="0"/>
          </a:xfrm>
          <a:prstGeom prst="line">
            <a:avLst/>
          </a:prstGeom>
          <a:noFill/>
          <a:ln w="25400">
            <a:solidFill>
              <a:srgbClr val="C88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3886200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the journey involve?</a:t>
            </a:r>
            <a:endParaRPr lang="en-US" sz="1040" dirty="0"/>
          </a:p>
        </p:txBody>
      </p:sp>
      <p:sp>
        <p:nvSpPr>
          <p:cNvPr id="10" name="Text 8"/>
          <p:cNvSpPr/>
          <p:nvPr/>
        </p:nvSpPr>
        <p:spPr>
          <a:xfrm>
            <a:off x="3154680" y="388620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About six hours by 4WD from Miri.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02920" y="4608576"/>
            <a:ext cx="182880" cy="0"/>
          </a:xfrm>
          <a:prstGeom prst="line">
            <a:avLst/>
          </a:prstGeom>
          <a:noFill/>
          <a:ln w="25400">
            <a:solidFill>
              <a:srgbClr val="C8893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0392" y="4498848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can I expect?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3154680" y="449884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stay, clear costs, conditions and capacity.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502920" y="5221224"/>
            <a:ext cx="182880" cy="0"/>
          </a:xfrm>
          <a:prstGeom prst="line">
            <a:avLst/>
          </a:prstGeom>
          <a:noFill/>
          <a:ln w="25400">
            <a:solidFill>
              <a:srgbClr val="C8893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5111496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I book?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3154680" y="511149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qualified WhatsApp enquiry, not a false instant promise.</a:t>
            </a:r>
            <a:endParaRPr lang="en-US" sz="1020" dirty="0"/>
          </a:p>
        </p:txBody>
      </p:sp>
      <p:pic>
        <p:nvPicPr>
          <p:cNvPr id="17" name="Image 0" descr="/home/workspace/Github/longtaaborneo/docs/assets/long-taa-borneo-eco-stay/image-2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0064" y="365760"/>
            <a:ext cx="4325112" cy="544068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370064" y="4965192"/>
            <a:ext cx="4325112" cy="841248"/>
          </a:xfrm>
          <a:prstGeom prst="rect">
            <a:avLst/>
          </a:prstGeom>
          <a:solidFill>
            <a:srgbClr val="183E34">
              <a:alpha val="93000"/>
            </a:srgbClr>
          </a:solidFill>
          <a:ln w="12700">
            <a:solidFill>
              <a:srgbClr val="183E3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653528" y="5166360"/>
            <a:ext cx="3730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Remoteness makes honest, practical planning content part of the experience.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58952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 scattered information into one clear visitor journey.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2011680"/>
            <a:ext cx="6492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1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built a mobile-first five-page website that moves visitors from discovery to a more informed booking conversation.</a:t>
            </a:r>
            <a:endParaRPr lang="en-US" sz="1410" dirty="0"/>
          </a:p>
        </p:txBody>
      </p:sp>
      <p:sp>
        <p:nvSpPr>
          <p:cNvPr id="5" name="Shape 3"/>
          <p:cNvSpPr/>
          <p:nvPr/>
        </p:nvSpPr>
        <p:spPr>
          <a:xfrm>
            <a:off x="512064" y="2990088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32186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67512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667512" y="39136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270" dirty="0"/>
          </a:p>
        </p:txBody>
      </p:sp>
      <p:sp>
        <p:nvSpPr>
          <p:cNvPr id="9" name="Text 7"/>
          <p:cNvSpPr/>
          <p:nvPr/>
        </p:nvSpPr>
        <p:spPr>
          <a:xfrm>
            <a:off x="667512" y="4425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story + the journey inward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2779776" y="2990088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35224" y="32186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935224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2935224" y="39136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&amp; Packages</a:t>
            </a:r>
            <a:endParaRPr lang="en-US" sz="1270" dirty="0"/>
          </a:p>
        </p:txBody>
      </p:sp>
      <p:sp>
        <p:nvSpPr>
          <p:cNvPr id="14" name="Text 12"/>
          <p:cNvSpPr/>
          <p:nvPr/>
        </p:nvSpPr>
        <p:spPr>
          <a:xfrm>
            <a:off x="2935224" y="4425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Options, inclusions, costs and capacity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047488" y="2990088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02936" y="32186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202936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730" dirty="0"/>
          </a:p>
        </p:txBody>
      </p:sp>
      <p:sp>
        <p:nvSpPr>
          <p:cNvPr id="18" name="Text 16"/>
          <p:cNvSpPr/>
          <p:nvPr/>
        </p:nvSpPr>
        <p:spPr>
          <a:xfrm>
            <a:off x="5202936" y="39136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Explore Long Taa</a:t>
            </a:r>
            <a:endParaRPr lang="en-US" sz="1270" dirty="0"/>
          </a:p>
        </p:txBody>
      </p:sp>
      <p:sp>
        <p:nvSpPr>
          <p:cNvPr id="19" name="Text 17"/>
          <p:cNvSpPr/>
          <p:nvPr/>
        </p:nvSpPr>
        <p:spPr>
          <a:xfrm>
            <a:off x="5202936" y="4425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River, rainforest and natural wonders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7315200" y="2990088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0648" y="32186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470648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730" dirty="0"/>
          </a:p>
        </p:txBody>
      </p:sp>
      <p:sp>
        <p:nvSpPr>
          <p:cNvPr id="23" name="Text 21"/>
          <p:cNvSpPr/>
          <p:nvPr/>
        </p:nvSpPr>
        <p:spPr>
          <a:xfrm>
            <a:off x="7470648" y="39136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Heritage</a:t>
            </a:r>
            <a:endParaRPr lang="en-US" sz="1270" dirty="0"/>
          </a:p>
        </p:txBody>
      </p:sp>
      <p:sp>
        <p:nvSpPr>
          <p:cNvPr id="24" name="Text 22"/>
          <p:cNvSpPr/>
          <p:nvPr/>
        </p:nvSpPr>
        <p:spPr>
          <a:xfrm>
            <a:off x="7470648" y="4425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Respectful community and conservation context</a:t>
            </a:r>
            <a:endParaRPr lang="en-US" sz="830" dirty="0"/>
          </a:p>
        </p:txBody>
      </p:sp>
      <p:sp>
        <p:nvSpPr>
          <p:cNvPr id="25" name="Shape 23"/>
          <p:cNvSpPr/>
          <p:nvPr/>
        </p:nvSpPr>
        <p:spPr>
          <a:xfrm>
            <a:off x="9582912" y="2990088"/>
            <a:ext cx="1993392" cy="1965960"/>
          </a:xfrm>
          <a:prstGeom prst="roundRect">
            <a:avLst>
              <a:gd name="adj" fmla="val 2791"/>
            </a:avLst>
          </a:prstGeom>
          <a:solidFill>
            <a:srgbClr val="183E34"/>
          </a:solidFill>
          <a:ln w="6350">
            <a:solidFill>
              <a:srgbClr val="183E3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3218688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9738360" y="3557016"/>
            <a:ext cx="1664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730" dirty="0"/>
          </a:p>
        </p:txBody>
      </p:sp>
      <p:sp>
        <p:nvSpPr>
          <p:cNvPr id="28" name="Text 26"/>
          <p:cNvSpPr/>
          <p:nvPr/>
        </p:nvSpPr>
        <p:spPr>
          <a:xfrm>
            <a:off x="9738360" y="3913632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&amp; Book</a:t>
            </a:r>
            <a:endParaRPr lang="en-US" sz="1270" dirty="0"/>
          </a:p>
        </p:txBody>
      </p:sp>
      <p:sp>
        <p:nvSpPr>
          <p:cNvPr id="29" name="Text 27"/>
          <p:cNvSpPr/>
          <p:nvPr/>
        </p:nvSpPr>
        <p:spPr>
          <a:xfrm>
            <a:off x="9738360" y="4425696"/>
            <a:ext cx="16642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E9E1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guidance + WhatsApp enquiry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512064" y="552297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mobile first, then enhanced for larger screens.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DEMO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49808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website makes the next decision obvious.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0078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1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at phone scale, the live experience replaces vague inspiration with the facts that help a visitor decide whether Long Taa is right for them.</a:t>
            </a:r>
            <a:endParaRPr lang="en-US" sz="1310" dirty="0"/>
          </a:p>
        </p:txBody>
      </p:sp>
      <p:sp>
        <p:nvSpPr>
          <p:cNvPr id="5" name="Shape 3"/>
          <p:cNvSpPr/>
          <p:nvPr/>
        </p:nvSpPr>
        <p:spPr>
          <a:xfrm>
            <a:off x="749808" y="2487168"/>
            <a:ext cx="3054096" cy="3337560"/>
          </a:xfrm>
          <a:prstGeom prst="roundRect">
            <a:avLst>
              <a:gd name="adj" fmla="val 2395"/>
            </a:avLst>
          </a:prstGeom>
          <a:solidFill>
            <a:srgbClr val="15241E"/>
          </a:solidFill>
          <a:ln w="8890">
            <a:solidFill>
              <a:srgbClr val="15241E"/>
            </a:solidFill>
            <a:prstDash val="solid"/>
          </a:ln>
        </p:spPr>
      </p:sp>
      <p:pic>
        <p:nvPicPr>
          <p:cNvPr id="6" name="Image 0" descr="/home/.z/workspaces/con_PvHuETawG6FTHD7R/_tmp/screens/home-3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78608"/>
            <a:ext cx="2871216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555040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670" dirty="0"/>
          </a:p>
        </p:txBody>
      </p:sp>
      <p:sp>
        <p:nvSpPr>
          <p:cNvPr id="8" name="Text 5"/>
          <p:cNvSpPr/>
          <p:nvPr/>
        </p:nvSpPr>
        <p:spPr>
          <a:xfrm>
            <a:off x="960120" y="5724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Authentic story + a visible WhatsApp CTA</a:t>
            </a:r>
            <a:endParaRPr lang="en-US" sz="710" dirty="0"/>
          </a:p>
        </p:txBody>
      </p:sp>
      <p:sp>
        <p:nvSpPr>
          <p:cNvPr id="9" name="Shape 6"/>
          <p:cNvSpPr/>
          <p:nvPr/>
        </p:nvSpPr>
        <p:spPr>
          <a:xfrm>
            <a:off x="4526280" y="2487168"/>
            <a:ext cx="3054096" cy="3337560"/>
          </a:xfrm>
          <a:prstGeom prst="roundRect">
            <a:avLst>
              <a:gd name="adj" fmla="val 2395"/>
            </a:avLst>
          </a:prstGeom>
          <a:solidFill>
            <a:srgbClr val="15241E"/>
          </a:solidFill>
          <a:ln w="8890">
            <a:solidFill>
              <a:srgbClr val="15241E"/>
            </a:solidFill>
            <a:prstDash val="solid"/>
          </a:ln>
        </p:spPr>
      </p:sp>
      <p:pic>
        <p:nvPicPr>
          <p:cNvPr id="10" name="Image 1" descr="/home/.z/workspaces/con_PvHuETawG6FTHD7R/_tmp/screens/stay-39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432" y="2578608"/>
            <a:ext cx="2871216" cy="28895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09160" y="555040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</a:t>
            </a:r>
            <a:endParaRPr lang="en-US" sz="670" dirty="0"/>
          </a:p>
        </p:txBody>
      </p:sp>
      <p:sp>
        <p:nvSpPr>
          <p:cNvPr id="12" name="Text 8"/>
          <p:cNvSpPr/>
          <p:nvPr/>
        </p:nvSpPr>
        <p:spPr>
          <a:xfrm>
            <a:off x="4736592" y="5724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longhouse stay and confirmed rates</a:t>
            </a:r>
            <a:endParaRPr lang="en-US" sz="710" dirty="0"/>
          </a:p>
        </p:txBody>
      </p:sp>
      <p:sp>
        <p:nvSpPr>
          <p:cNvPr id="13" name="Shape 9"/>
          <p:cNvSpPr/>
          <p:nvPr/>
        </p:nvSpPr>
        <p:spPr>
          <a:xfrm>
            <a:off x="8302752" y="2487168"/>
            <a:ext cx="3054096" cy="3337560"/>
          </a:xfrm>
          <a:prstGeom prst="roundRect">
            <a:avLst>
              <a:gd name="adj" fmla="val 2395"/>
            </a:avLst>
          </a:prstGeom>
          <a:solidFill>
            <a:srgbClr val="15241E"/>
          </a:solidFill>
          <a:ln w="8890">
            <a:solidFill>
              <a:srgbClr val="15241E"/>
            </a:solidFill>
            <a:prstDash val="solid"/>
          </a:ln>
        </p:spPr>
      </p:sp>
      <p:pic>
        <p:nvPicPr>
          <p:cNvPr id="14" name="Image 2" descr="/home/.z/workspaces/con_PvHuETawG6FTHD7R/_tmp/screens/plan-39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904" y="2578608"/>
            <a:ext cx="2871216" cy="288950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85632" y="555040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</a:t>
            </a:r>
            <a:endParaRPr lang="en-US" sz="670" dirty="0"/>
          </a:p>
        </p:txBody>
      </p:sp>
      <p:sp>
        <p:nvSpPr>
          <p:cNvPr id="16" name="Text 11"/>
          <p:cNvSpPr/>
          <p:nvPr/>
        </p:nvSpPr>
        <p:spPr>
          <a:xfrm>
            <a:off x="8513064" y="572414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Six-hour journey context + qualified enquiry</a:t>
            </a:r>
            <a:endParaRPr lang="en-US" sz="710" dirty="0"/>
          </a:p>
        </p:txBody>
      </p:sp>
      <p:sp>
        <p:nvSpPr>
          <p:cNvPr id="17" name="Text 12"/>
          <p:cNvSpPr/>
          <p:nvPr/>
        </p:nvSpPr>
        <p:spPr>
          <a:xfrm>
            <a:off x="512064" y="6099048"/>
            <a:ext cx="9326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screenshots from the final local build. Demo fallback: the deck retains the same conversion path if connectivity is unreliable.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 FOR THE VISITOR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68096"/>
            <a:ext cx="5212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Clarity is the conversion strategy.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12064" y="2084832"/>
            <a:ext cx="384048" cy="0"/>
          </a:xfrm>
          <a:prstGeom prst="line">
            <a:avLst/>
          </a:prstGeom>
          <a:noFill/>
          <a:ln w="31750">
            <a:solidFill>
              <a:srgbClr val="C889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568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</a:t>
            </a:r>
            <a:endParaRPr lang="en-US" sz="820" dirty="0"/>
          </a:p>
        </p:txBody>
      </p:sp>
      <p:sp>
        <p:nvSpPr>
          <p:cNvPr id="6" name="Text 4"/>
          <p:cNvSpPr/>
          <p:nvPr/>
        </p:nvSpPr>
        <p:spPr>
          <a:xfrm>
            <a:off x="2724912" y="193852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shareable, credible digital home for a distinctive destination.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512064" y="2935224"/>
            <a:ext cx="384048" cy="0"/>
          </a:xfrm>
          <a:prstGeom prst="line">
            <a:avLst/>
          </a:prstGeom>
          <a:noFill/>
          <a:ln w="31750">
            <a:solidFill>
              <a:srgbClr val="C889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80720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EXPECTATIONS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2724912" y="278892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accommodation, journey, capacity and condition information.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512064" y="3785616"/>
            <a:ext cx="384048" cy="0"/>
          </a:xfrm>
          <a:prstGeom prst="line">
            <a:avLst/>
          </a:prstGeom>
          <a:noFill/>
          <a:ln w="31750">
            <a:solidFill>
              <a:srgbClr val="C8893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6576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ENQUIRIES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724912" y="3639312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WhatsApp prompt that starts with useful details.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12064" y="4636008"/>
            <a:ext cx="384048" cy="0"/>
          </a:xfrm>
          <a:prstGeom prst="line">
            <a:avLst/>
          </a:prstGeom>
          <a:noFill/>
          <a:ln w="31750">
            <a:solidFill>
              <a:srgbClr val="C88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50799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724912" y="4489704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Community-led conservation and living heritage framed with care.</a:t>
            </a:r>
            <a:endParaRPr lang="en-US" sz="1120" dirty="0"/>
          </a:p>
        </p:txBody>
      </p:sp>
      <p:pic>
        <p:nvPicPr>
          <p:cNvPr id="16" name="Image 0" descr="/home/workspace/Github/longtaaborneo/docs/assets/long-taa-borneo-eco-stay/image-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84048"/>
            <a:ext cx="4343400" cy="544068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360920" y="4498848"/>
            <a:ext cx="4343400" cy="1325880"/>
          </a:xfrm>
          <a:prstGeom prst="rect">
            <a:avLst/>
          </a:prstGeom>
          <a:solidFill>
            <a:srgbClr val="183E34">
              <a:alpha val="96000"/>
            </a:srgbClr>
          </a:solidFill>
          <a:ln w="12700">
            <a:solidFill>
              <a:srgbClr val="183E34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35824" y="4764024"/>
            <a:ext cx="35844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invented availability.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invented package totals.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enquiry remains an availability check.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IMPACT AND PROOF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49808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story starts with community ownership.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1755648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Taa is a living Sebup village. The digital experience is designed to set respectful expectations before people arrive, while making community-led conservation visible.</a:t>
            </a:r>
            <a:endParaRPr lang="en-US" sz="1320" dirty="0"/>
          </a:p>
        </p:txBody>
      </p:sp>
      <p:pic>
        <p:nvPicPr>
          <p:cNvPr id="5" name="Image 0" descr="/home/workspace/Github/longtaaborneo/docs/assets/long-taa-borneo-eco-stay/image-2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84048"/>
            <a:ext cx="4343400" cy="5440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3273552"/>
            <a:ext cx="1965960" cy="1444752"/>
          </a:xfrm>
          <a:prstGeom prst="roundRect">
            <a:avLst>
              <a:gd name="adj" fmla="val 3165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9224" y="3511296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LIVING HERITAGE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658368" y="3950208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Culture is presented as living identity, not tourist decoration.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724912" y="3273552"/>
            <a:ext cx="1965960" cy="1444752"/>
          </a:xfrm>
          <a:prstGeom prst="roundRect">
            <a:avLst>
              <a:gd name="adj" fmla="val 3165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71216" y="3511296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CONSERVATION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2880360" y="3950208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Tagang fish conservation and community stewardship are given context.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4946904" y="3273552"/>
            <a:ext cx="1965960" cy="1444752"/>
          </a:xfrm>
          <a:prstGeom prst="roundRect">
            <a:avLst>
              <a:gd name="adj" fmla="val 3165"/>
            </a:avLst>
          </a:prstGeom>
          <a:solidFill>
            <a:srgbClr val="E9E1D2"/>
          </a:solidFill>
          <a:ln w="6350">
            <a:solidFill>
              <a:srgbClr val="D2C9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93208" y="3511296"/>
            <a:ext cx="1673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VISITS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5102352" y="3950208"/>
            <a:ext cx="1655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rules, local guidance and conditions stay visible.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512064" y="5239512"/>
            <a:ext cx="6446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i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Attribution: The Borneo Post (1 Sep 2026) reported the Sebup community received the Gamuda Inspiration Award for Environment and Wildlife. The APPGM-SDG Annual Report 2024 separately records Tagang implementation support in Dapui, Tinjar Baram.</a:t>
            </a:r>
            <a:endParaRPr lang="en-US" sz="6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8404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C889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AND CLOSE</a:t>
            </a:r>
            <a:endParaRPr lang="en-US" sz="720" dirty="0"/>
          </a:p>
        </p:txBody>
      </p:sp>
      <p:sp>
        <p:nvSpPr>
          <p:cNvPr id="3" name="Text 1"/>
          <p:cNvSpPr/>
          <p:nvPr/>
        </p:nvSpPr>
        <p:spPr>
          <a:xfrm>
            <a:off x="475488" y="749808"/>
            <a:ext cx="67665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524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Protect nature. Respect culture. Share our heritage.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02920" y="2029968"/>
            <a:ext cx="581558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Taa now has a clearer mobile-first path from curiosity to a qualified booking enquiry: authentic imagery, practical planning and a direct WhatsApp conversation with Clement Langet.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5349240" cy="676656"/>
          </a:xfrm>
          <a:prstGeom prst="roundRect">
            <a:avLst>
              <a:gd name="adj" fmla="val 9459"/>
            </a:avLst>
          </a:prstGeom>
          <a:solidFill>
            <a:srgbClr val="183E34"/>
          </a:solidFill>
          <a:ln w="12700">
            <a:solidFill>
              <a:srgbClr val="183E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3465576"/>
            <a:ext cx="4809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SITE  longtaaborneo.vercel.app</a:t>
            </a:r>
            <a:endParaRPr lang="en-US" sz="1110" dirty="0"/>
          </a:p>
        </p:txBody>
      </p:sp>
      <p:sp>
        <p:nvSpPr>
          <p:cNvPr id="7" name="Text 5"/>
          <p:cNvSpPr/>
          <p:nvPr/>
        </p:nvSpPr>
        <p:spPr>
          <a:xfrm>
            <a:off x="548640" y="4315968"/>
            <a:ext cx="5532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83E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BOOKING ENQUIRIES  +60 19-856 3536  |  Clement Langet</a:t>
            </a:r>
            <a:endParaRPr lang="en-US" sz="930" dirty="0"/>
          </a:p>
        </p:txBody>
      </p:sp>
      <p:sp>
        <p:nvSpPr>
          <p:cNvPr id="8" name="Text 6"/>
          <p:cNvSpPr/>
          <p:nvPr/>
        </p:nvSpPr>
        <p:spPr>
          <a:xfrm>
            <a:off x="548640" y="46817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5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Availability and final quotations are confirmed through WhatsApp.</a:t>
            </a:r>
            <a:endParaRPr lang="en-US" sz="930" dirty="0"/>
          </a:p>
        </p:txBody>
      </p:sp>
      <p:pic>
        <p:nvPicPr>
          <p:cNvPr id="9" name="Image 0" descr="/home/workspace/Github/longtaaborneo/docs/assets/long-taa-borneo-eco-stay/imag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384048"/>
            <a:ext cx="4343400" cy="5440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360920" y="4334256"/>
            <a:ext cx="4343400" cy="1490472"/>
          </a:xfrm>
          <a:prstGeom prst="rect">
            <a:avLst/>
          </a:prstGeom>
          <a:solidFill>
            <a:srgbClr val="183E34">
              <a:alpha val="92000"/>
            </a:srgbClr>
          </a:solidFill>
          <a:ln w="12700">
            <a:solidFill>
              <a:srgbClr val="183E3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4718304"/>
            <a:ext cx="343814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 as a visitor.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Leave with a story.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916168" y="6547104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580">
                <a:solidFill>
                  <a:srgbClr val="183E34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Long Taa Borneo Eco Stay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 Taa Borneo Eco Stay: Experience the Real Borneo</dc:title>
  <dc:subject>AI Business Design Hackathon 2026 pitch</dc:subject>
  <dc:creator>Long Taa Borneo Eco Stay</dc:creator>
  <cp:lastModifiedBy>Long Taa Borneo Eco Stay</cp:lastModifiedBy>
  <cp:revision>1</cp:revision>
  <dcterms:created xsi:type="dcterms:W3CDTF">2026-09-03T10:45:14Z</dcterms:created>
  <dcterms:modified xsi:type="dcterms:W3CDTF">2026-09-03T10:45:14Z</dcterms:modified>
</cp:coreProperties>
</file>